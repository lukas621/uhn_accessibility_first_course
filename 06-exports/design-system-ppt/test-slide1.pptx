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g01-hero-welcome-0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93051" y="431800"/>
            <a:ext cx="3936016" cy="3619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2026-05-24T05:39:47Z</dcterms:created>
  <dcterms:modified xsi:type="dcterms:W3CDTF">2026-05-24T05:39:47Z</dcterms:modified>
</cp:coreProperties>
</file>